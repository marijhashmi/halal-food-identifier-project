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6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7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9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7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60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3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67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0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8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640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94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87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03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30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3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1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Halal Product Identifier using Computer Vision &amp;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Marij </a:t>
            </a:r>
            <a:r>
              <a:rPr lang="en-US" dirty="0" err="1"/>
              <a:t>younas</a:t>
            </a:r>
            <a:endParaRPr lang="en-US" dirty="0"/>
          </a:p>
          <a:p>
            <a:r>
              <a:rPr lang="en-US" dirty="0"/>
              <a:t>Hamza </a:t>
            </a:r>
            <a:r>
              <a:rPr lang="en-US" dirty="0" err="1"/>
              <a:t>latif</a:t>
            </a:r>
            <a:r>
              <a:rPr lang="en-US" dirty="0"/>
              <a:t> </a:t>
            </a:r>
          </a:p>
          <a:p>
            <a:r>
              <a:rPr lang="en-US" dirty="0"/>
              <a:t>Muhammad Afzal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aims to automatically identify if a product is Halal by:</a:t>
            </a:r>
          </a:p>
          <a:p>
            <a:r>
              <a:rPr dirty="0"/>
              <a:t>• Detecting Halal logos using YOLOv5.</a:t>
            </a:r>
          </a:p>
          <a:p>
            <a:r>
              <a:rPr dirty="0"/>
              <a:t>• Extracting and analyzing E-codes using OCR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YOLOv5 detects Halal logo in the image.</a:t>
            </a:r>
          </a:p>
          <a:p>
            <a:r>
              <a:t>2. pytesseract extracts all text from the image.</a:t>
            </a:r>
          </a:p>
          <a:p>
            <a:r>
              <a:t>3. Regex identifies E-codes like E120, E471.</a:t>
            </a:r>
          </a:p>
          <a:p>
            <a:r>
              <a:t>4. ML classifier predicts Halal or Non-Halal.</a:t>
            </a:r>
          </a:p>
          <a:p>
            <a:r>
              <a:t>5. Final output combines both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YOLOv5 Halal Logo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YOLOv5 for object detection.</a:t>
            </a:r>
          </a:p>
          <a:p>
            <a:r>
              <a:t>• Dataset: Custom-labeled product images.</a:t>
            </a:r>
          </a:p>
          <a:p>
            <a:r>
              <a:t>• Trained on Google Colab.</a:t>
            </a:r>
          </a:p>
          <a:p>
            <a:r>
              <a:t>• Output model: best.pt.</a:t>
            </a:r>
          </a:p>
          <a:p>
            <a:r>
              <a:t>• Detects presence of Halal logos on packaging.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E-code Detection &amp;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Extracted text from product image using pytesseract.</a:t>
            </a:r>
          </a:p>
          <a:p>
            <a:r>
              <a:t>• Applied Regex to extract E-codes (E120, E471, etc.).</a:t>
            </a:r>
          </a:p>
          <a:p>
            <a:r>
              <a:t>• Trained TF-IDF + Naive Bayes classifier.</a:t>
            </a:r>
          </a:p>
          <a:p>
            <a:r>
              <a:t>• Model: ecode_classifier_model.pkl.</a:t>
            </a:r>
          </a:p>
          <a:p>
            <a:r>
              <a:t>• Predicts Halal or Non-Halal E-codes.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Languages/Libraries Used:</a:t>
            </a:r>
          </a:p>
          <a:p>
            <a:r>
              <a:rPr dirty="0"/>
              <a:t>• Python (YOLOv5, </a:t>
            </a:r>
            <a:r>
              <a:rPr dirty="0" err="1"/>
              <a:t>pytesseract</a:t>
            </a:r>
            <a:r>
              <a:rPr dirty="0"/>
              <a:t>, scikit-learn, pandas)</a:t>
            </a:r>
          </a:p>
          <a:p>
            <a:r>
              <a:rPr dirty="0"/>
              <a:t>• Google Colab for training</a:t>
            </a:r>
          </a:p>
          <a:p>
            <a:r>
              <a:rPr dirty="0"/>
              <a:t>• </a:t>
            </a:r>
            <a:r>
              <a:rPr dirty="0" err="1"/>
              <a:t>Joblib</a:t>
            </a:r>
            <a:r>
              <a:rPr dirty="0"/>
              <a:t> </a:t>
            </a:r>
            <a:r>
              <a:rPr lang="en-US" dirty="0"/>
              <a:t>and </a:t>
            </a:r>
            <a:r>
              <a:rPr lang="en-US" dirty="0" err="1"/>
              <a:t>pytorch</a:t>
            </a:r>
            <a:r>
              <a:rPr lang="en-US" dirty="0"/>
              <a:t> </a:t>
            </a:r>
            <a:r>
              <a:rPr dirty="0"/>
              <a:t>for model saving</a:t>
            </a:r>
          </a:p>
          <a:p>
            <a:endParaRPr dirty="0"/>
          </a:p>
          <a:p>
            <a:r>
              <a:rPr dirty="0"/>
              <a:t>Main Steps:</a:t>
            </a:r>
          </a:p>
          <a:p>
            <a:r>
              <a:rPr dirty="0"/>
              <a:t>1. Train YOLOv5 model.</a:t>
            </a:r>
          </a:p>
          <a:p>
            <a:r>
              <a:rPr dirty="0"/>
              <a:t>2. Train E-code classifier.</a:t>
            </a:r>
          </a:p>
          <a:p>
            <a:r>
              <a:rPr dirty="0"/>
              <a:t>3. Combine both in one Python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</a:t>
            </a:r>
          </a:p>
          <a:p>
            <a:r>
              <a:t>• YOLOv5 falsely detected logos in random areas.</a:t>
            </a:r>
          </a:p>
          <a:p>
            <a:r>
              <a:t>• OCR had trouble reading blurry text.</a:t>
            </a:r>
          </a:p>
          <a:p>
            <a:endParaRPr/>
          </a:p>
          <a:p>
            <a:r>
              <a:t>Fixes:</a:t>
            </a:r>
          </a:p>
          <a:p>
            <a:r>
              <a:t>• Added more balanced dataset and data augmentation.</a:t>
            </a:r>
          </a:p>
          <a:p>
            <a:r>
              <a:t>• Applied text cleaning and threshold filters.</a:t>
            </a:r>
          </a:p>
          <a:p>
            <a:r>
              <a:t>• Used confidence-based filtering for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YOLOv5 successfully detects Halal logos.</a:t>
            </a:r>
          </a:p>
          <a:p>
            <a:r>
              <a:rPr dirty="0"/>
              <a:t>OCR + ML pipeline correctly identifies E-codes.</a:t>
            </a:r>
          </a:p>
          <a:p>
            <a:r>
              <a:rPr dirty="0"/>
              <a:t>End-to-end system gives Halal/Non-Halal status.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• Image → Logo detected + E471 found (Halal)</a:t>
            </a:r>
          </a:p>
          <a:p>
            <a:r>
              <a:rPr dirty="0"/>
              <a:t>• Image → No logo + E120 found (Non-Halal)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Combine models into one unified pipeline.</a:t>
            </a:r>
          </a:p>
          <a:p>
            <a:r>
              <a:rPr dirty="0"/>
              <a:t>• Improve OCR text models.</a:t>
            </a:r>
          </a:p>
          <a:p>
            <a:r>
              <a:rPr dirty="0"/>
              <a:t>• Expand E-code dataset for better accuracy.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Halal Product Identifier automates product verification using Computer Vision and NLP.</a:t>
            </a:r>
          </a:p>
          <a:p>
            <a:endParaRPr/>
          </a:p>
          <a:p>
            <a:r>
              <a:t>By combining YOLOv5 detection and E-code classification, it provides a step toward smart, real-time Halal checking systems.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</TotalTime>
  <Words>396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Halal Product Identifier using Computer Vision &amp; NLP</vt:lpstr>
      <vt:lpstr>Introduction</vt:lpstr>
      <vt:lpstr>Overall Pipeline</vt:lpstr>
      <vt:lpstr>YOLOv5 Halal Logo Detection</vt:lpstr>
      <vt:lpstr>E-code Detection &amp; Classification</vt:lpstr>
      <vt:lpstr>Implementation Details</vt:lpstr>
      <vt:lpstr>Challenges &amp; Fixes</vt:lpstr>
      <vt:lpstr>Results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AAA</cp:lastModifiedBy>
  <cp:revision>2</cp:revision>
  <dcterms:created xsi:type="dcterms:W3CDTF">2013-01-27T09:14:16Z</dcterms:created>
  <dcterms:modified xsi:type="dcterms:W3CDTF">2025-11-13T11:38:07Z</dcterms:modified>
  <cp:category/>
</cp:coreProperties>
</file>